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C7E361-3E20-4A3A-8C50-48000D0D9AAB}" v="15" dt="2026-09-06T17:41:04.7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95C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21295C"/>
                </a:solidFill>
                <a:latin typeface="Calibri"/>
              </a:rPr>
              <a:t>Threshold accuracy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ResNet18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A4652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δ₁</c:v>
                </c:pt>
                <c:pt idx="1">
                  <c:v>δ₂</c:v>
                </c:pt>
                <c:pt idx="2">
                  <c:v>δ₃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0.71399999999999997</c:v>
                </c:pt>
                <c:pt idx="1">
                  <c:v>0.92400000000000004</c:v>
                </c:pt>
                <c:pt idx="2">
                  <c:v>0.97799999999999998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26-4931-A5EF-3E01BA42DE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ResNet34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A4652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δ₁</c:v>
                </c:pt>
                <c:pt idx="1">
                  <c:v>δ₂</c:v>
                </c:pt>
                <c:pt idx="2">
                  <c:v>δ₃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0.78100000000000003</c:v>
                </c:pt>
                <c:pt idx="1">
                  <c:v>0.94599999999999995</c:v>
                </c:pt>
                <c:pt idx="2">
                  <c:v>0.98599999999999999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26-4931-A5EF-3E01BA42DED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6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12700" cap="flat">
              <a:solidFill>
                <a:srgbClr val="E8ED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9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95C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21295C"/>
                </a:solidFill>
                <a:latin typeface="Calibri"/>
              </a:rPr>
              <a:t>AUROC by layer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ResNet18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4652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Layer 1</c:v>
                </c:pt>
                <c:pt idx="1">
                  <c:v>Layer 2</c:v>
                </c:pt>
                <c:pt idx="2">
                  <c:v>Layer 3</c:v>
                </c:pt>
                <c:pt idx="3">
                  <c:v>Layer 4</c:v>
                </c:pt>
                <c:pt idx="4">
                  <c:v>Combined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0.86899999999999999</c:v>
                </c:pt>
                <c:pt idx="1">
                  <c:v>0.96799999999999997</c:v>
                </c:pt>
                <c:pt idx="2">
                  <c:v>0.96299999999999997</c:v>
                </c:pt>
                <c:pt idx="3">
                  <c:v>0.90400000000000003</c:v>
                </c:pt>
                <c:pt idx="4">
                  <c:v>0.98599999999999999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4A-43DB-9A97-9F07DB1F43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ResNet34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4652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Layer 1</c:v>
                </c:pt>
                <c:pt idx="1">
                  <c:v>Layer 2</c:v>
                </c:pt>
                <c:pt idx="2">
                  <c:v>Layer 3</c:v>
                </c:pt>
                <c:pt idx="3">
                  <c:v>Layer 4</c:v>
                </c:pt>
                <c:pt idx="4">
                  <c:v>Combined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0.93300000000000005</c:v>
                </c:pt>
                <c:pt idx="1">
                  <c:v>0.94099999999999995</c:v>
                </c:pt>
                <c:pt idx="2">
                  <c:v>0.78300000000000003</c:v>
                </c:pt>
                <c:pt idx="3">
                  <c:v>0.67600000000000005</c:v>
                </c:pt>
                <c:pt idx="4">
                  <c:v>0.95599999999999996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4A-43DB-9A97-9F07DB1F43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6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05"/>
          <c:min val="0.5"/>
        </c:scaling>
        <c:delete val="0"/>
        <c:axPos val="l"/>
        <c:majorGridlines>
          <c:spPr>
            <a:ln w="12700" cap="flat">
              <a:solidFill>
                <a:srgbClr val="E8ED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9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1CD69-EB78-4CBF-A4B3-DE2C3F68389E}" type="datetimeFigureOut"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0A9A10-D592-4121-8ACC-018E583667E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02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2. A depth model trained only on indoor scenes; its convolutional responses are then read to flag inputs outside that distribution. No retraining, and no OOD data needed at calibration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Failure is silent. The model cannot express that an input is unfamiliar, and dense prediction means the output always looks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is where the contribution sits. Steps 1, 2 and 4 are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decisions at the bottom are the most likely to be questioned. Each has a one-sentence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Depth accuracy is a means, not the goal. What matters is that both models genuinely learned indoor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centre of the project. The magnitude formulation gave 0.31 — real separation, wrong direction. Switching to spread across channels gave 0.97. The percentile choice is justified by the resolution difference between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 migration is the key ablation result. On the deeper backbone the OOD signal shifts toward shallow layers — deep features become more task-specialised and less sensitive to distribution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confirmations of the same relationship. This is the most interesting result — it suggests the detector is reading how tightly the model has fitted its training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about the limitations. Indoor versus outdoor is a very wide gap, and part of the separation may come from texture statistics rather than semantic novelty. Raising it yourself is stronger than having it raised at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Out-of-Distribution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Convolutional Response for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Monocular Depth Estimation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CADCFC"/>
                </a:solidFill>
                <a:ea typeface="Calibri"/>
                <a:cs typeface="Calibri"/>
              </a:rPr>
              <a:t>Raynold Mezini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73152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Sapienza University of Rome  ·  Fall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2148840"/>
            <a:ext cx="2377440" cy="1965960"/>
          </a:xfrm>
          <a:prstGeom prst="roundRect">
            <a:avLst>
              <a:gd name="adj" fmla="val 5581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2468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0.986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NYU v2  vs  KITTI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silent failure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monocular depth network accepts any image it is given. Trained on indoor scenes, it still returns a confident, fully-formed depth map for a highway — with no signal that the input is unfamiliar.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67919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06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prediction hides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9077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pixel gets a plausible value. Nothing looks broken.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576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confidence output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9593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has no mechanism to abstain.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 downstream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109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and driving act on these maps directly.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0" y="1234440"/>
            <a:ext cx="4663440" cy="2148840"/>
          </a:xfrm>
          <a:prstGeom prst="roundRect">
            <a:avLst>
              <a:gd name="adj" fmla="val 4255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14630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NYU Depth v2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1780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1,449 indoor RGB-D pairs, split 1,159 / 290.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Depths from 0.7 m to 10 m.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0" y="3611880"/>
            <a:ext cx="4663440" cy="2148840"/>
          </a:xfrm>
          <a:prstGeom prst="roundRect">
            <a:avLst>
              <a:gd name="adj" fmla="val 4255"/>
            </a:avLst>
          </a:prstGeom>
          <a:solidFill>
            <a:srgbClr val="21295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78040" y="38404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4114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KITTI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526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outdoor driving frames, centre-cropped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preserve geometry before resizing.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once on in-distribution data, then read the network’s internals at inference.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14600" cy="265176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0040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 encoder + upsampling decoder on NYU v2. L1 loss in log-depth space, flip augmentation, best-epoch checkpointing.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920240"/>
            <a:ext cx="2514600" cy="265176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3320" y="2194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320040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hooks on all four residual stages capture activations during a single inference pass.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514600" cy="2651760"/>
          </a:xfrm>
          <a:prstGeom prst="roundRect">
            <a:avLst>
              <a:gd name="adj" fmla="val 363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194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20040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Per-channel 95th percentile, then the standard deviation of those values across channels.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1920240"/>
            <a:ext cx="2514600" cy="265176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81160" y="2194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320040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on ID statistics, average the layers, measure AUROC and FPR95.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93776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DF4E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51389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retraining. No OOD data at calibration time. The detector reads a model that already exists.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convolutional encoder–decoder, 224 × 304 input. Two backbones trained for comparison.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237744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ResNet18 / ResNet34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432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pretrained, classification head removed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residual stages: 64 → 128 → 256 → 512 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512 × 7 × 10, i.e. 1/32 resolution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212080" cy="237744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057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upsample-and-convolve stages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7432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sizes computed by ceiling-halving, not ×2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7×10 → 14×19 → 28×38 → 56×76 → 112×152 → 224×304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512 → 16, final conv to a single map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1772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log-depth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86460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log of negative outputs at init; weights error relatively.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461772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5488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 on targets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486460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Bilinear would average across object boundaries and invent depths.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5280" y="461772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decoder sizes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86460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doubling gives 20, not 19 — a shape mismatch five layers deep.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accuracy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NYU v2 validation split, 290 held-out images. 40 epochs, AdamW at 1e-4, weight decay 0.05.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84632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ResNet18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ResNet34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31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(m)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331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331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0.597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834640"/>
            <a:ext cx="4846320" cy="50292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834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AbsRel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834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834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0.165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337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δ₁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51760" y="3337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337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4846320" cy="50292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3840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δ₂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3840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3840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δ₃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343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0.978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023360" y="4343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0.986</a:t>
            </a:r>
            <a:endParaRPr lang="en-US" sz="14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5852160" y="1783080"/>
          <a:ext cx="566928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6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ResNet34 is better on every depth metric. Horizontal-flip augmentation and best-epoch checkpointing narrowed the train–validation gap from 0.114 to 0.096.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score should measure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was designed for classifiers. Adapting it to dense prediction changed the answer.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3200400"/>
          </a:xfrm>
          <a:prstGeom prst="roundRect">
            <a:avLst>
              <a:gd name="adj" fmla="val 2857"/>
            </a:avLst>
          </a:prstGeom>
          <a:solidFill>
            <a:srgbClr val="2C3568"/>
          </a:solidFill>
          <a:ln w="12700">
            <a:solidFill>
              <a:srgbClr val="3D48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of per-channel extremes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88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86A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0.31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20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layer AUROC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931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AE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0.5 — separated, but inverted. KITTI responds more weakly, not more strongly. Road and sky are textureless; indoor clutter is not.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5212080" cy="3200400"/>
          </a:xfrm>
          <a:prstGeom prst="roundRect">
            <a:avLst>
              <a:gd name="adj" fmla="val 2857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2057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Spread of per-channel extremes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788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</a:t>
            </a:r>
            <a:endParaRPr lang="en-US" sz="4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520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layer AUROC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931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familiar input the filters respond in a coordinated way. On alien input that coordination breaks down. The signal is consistency, not strength.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95th percentile is taken per channel rather than a fixed top-k: layer 1 has 4,256 spatial positions and layer 4 has 70, so a percentile means the same thing at every depth.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results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 NYU validation images against 800 KITTI frames.</a:t>
            </a:r>
            <a:endParaRPr lang="en-US" sz="15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737360"/>
          <a:ext cx="67665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73736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065A8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0.986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combined AUROC (ResNet18)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0" y="347472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0" y="37033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0.083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434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FPR at 95% OOD recall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migrates with depth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367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ResNet34 layer 1 is strongest and layer 4 weakest — the reverse of ResNet18.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Combination beats every layer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5367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standardised layers outperforms each one alone, in both models.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statistics only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5367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and σ come from NYU; using KITTI to calibrate would be circular.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consistent trade-off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changes both improved depth accuracy and both weakened OOD separation.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286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augmentation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 LOSS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0.185  →  0.176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2487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45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0.984  →  0.973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921240" y="24871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4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4F7FA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ResNet18 → ResNet34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(m)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0.691  →  0.597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40873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45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0.986  →  0.956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921240" y="40873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45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292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4E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523036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generalises better responds more consistently to unfamiliar input — which is exactly the signal the score reads. Robustness and detectability appear to pull against each other.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stands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 0.986 without retraining or OOD access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consistency carries the signal, not magnitude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and architecture ablation from single inference passes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uses in-distribution statistics only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8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7373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E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OOD source — indoor/outdoor is a wide gap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E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depth metrics on KITTI: ground truth unavailable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E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Near-distribution shift (unseen rooms) untested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E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statistics may partly explain the separation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0624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52628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OOD sources — different indoor datasets, synthetic corruptions, degraded capture — would separate genuine distribution shift from low-level texture difference. A non-residual backbone would test whether the layer-migration effect is a property of depth or of the ResNet family specifically.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9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4</cp:revision>
  <dcterms:created xsi:type="dcterms:W3CDTF">2026-09-06T17:37:19Z</dcterms:created>
  <dcterms:modified xsi:type="dcterms:W3CDTF">2026-09-06T17:42:10Z</dcterms:modified>
</cp:coreProperties>
</file>