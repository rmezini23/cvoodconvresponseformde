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Threshold accuracy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65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δ₁ &lt; 1.25</c:v>
                  </c:pt>
                  <c:pt idx="1">
                    <c:v>δ₂ &lt; 1.25²</c:v>
                  </c:pt>
                  <c:pt idx="2">
                    <c:v>δ₃ &lt; 1.25³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0.714</c:v>
                </c:pt>
                <c:pt idx="1">
                  <c:v>0.916</c:v>
                </c:pt>
                <c:pt idx="2">
                  <c:v>0.971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A465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6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9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AUROC by layer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65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Layer 1</c:v>
                  </c:pt>
                  <c:pt idx="1">
                    <c:v>Layer 2</c:v>
                  </c:pt>
                  <c:pt idx="2">
                    <c:v>Layer 3</c:v>
                  </c:pt>
                  <c:pt idx="3">
                    <c:v>Layer 4</c:v>
                  </c:pt>
                  <c:pt idx="4">
                    <c:v>Combined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0.895</c:v>
                </c:pt>
                <c:pt idx="1">
                  <c:v>0.961</c:v>
                </c:pt>
                <c:pt idx="2">
                  <c:v>0.973</c:v>
                </c:pt>
                <c:pt idx="3">
                  <c:v>0.757</c:v>
                </c:pt>
                <c:pt idx="4">
                  <c:v>0.984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A465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6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9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2. A depth estimation model trained only on indoor scenes; convolutional responses are then used to flag inputs that fall outside that distribution. No retraining and no OOD data needed at calibration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that failure is silent. The model has no way to express that an input is unfamiliar, and dense prediction means the output always looks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step 3 — that is where the contribution sits. Steps 1, 2 and 4 are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decisions at the bottom are the ones most likely to be questioned. Each has a one-sentence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accuracy is a means, not the goal. What matters is that the model genuinely learned indoor structure — validation loss fell and then stabilised.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centre of the project. The magnitude formulation gave AUROC 0.31 — real separation, wrong direction. Switching to the spread across channels gave 0.97. The percentile choice is justified by the resolution difference between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3 outperforming layer 4 is the interesting ablation result — the deepest features are the most task-specialised and apparently the least useful for distribution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the limitation: indoor versus outdoor is a very wide gap, and part of the separation may come from texture statistics rather than semantic novelty. That is honest and it is the obvious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Out-of-Distribution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Response for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Monocular Depth Estimation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Computer Vision  ·  Prof. Irene Amerini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Sapienza University of Rome  ·  Fall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214884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v2  vs  KITTI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silent failure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monocular depth network accepts any image it is given. Trained on indoor scenes, it still returns a confident, fully-formed depth map for a highway — with no signal that the input is unfamiliar.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791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06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prediction hides 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07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gets a plausible value. Nothing looks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output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959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has no mechanism to abstain.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823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09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downstream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10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and driving act on these maps directly.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234440"/>
            <a:ext cx="4663440" cy="21488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NYU Depth v2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1,449 indoor RGB-D pairs. Bedrooms, kitchens,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offices. Depths from 0.7 m to 10 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3611880"/>
            <a:ext cx="4663440" cy="21488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3840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KITTI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26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outdoor driving frames. Roads, sky, traffic.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an order of magnitude larger.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 on in-distribution data, then read the network’s internals at inference.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encoder + upsampling decoder on NYU v2. L1 loss in log-depth space.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hooks on all four residual stages capture activations during inference.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95th percentile, then standard deviation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on ID statistics, average layers, measure AUROC and FPR95.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DF4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138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retraining. No OOD data at calibration time. The detector reads a model that already exists.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convolutional encoder–decoder, 224 × 304 input.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ResNet18, ImageNet pretrained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removed (avgpool, fc)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residual stages: 64 → 128 → 256 → 512 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512 × 7 × 10, i.e. 1/32 resolution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upsample-and-convolve stages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7432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sizes computed by ceiling-halving, not ×2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7×10 → 14×19 → 28×38 → 56×76 → 112×152 → 224×304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512 → 16, final conv to a single 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log-depth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864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log of negative outputs at init; weights error relatively.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4617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on targets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864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would average across object boundaries and invent depths.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617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decoder sizes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864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doubling gives 20, not 19 — a shape mismatch five layers deep.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accuracy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v2 validation split, 290 held-out images, 40 epochs, AdamW at 1e-4.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AbsRel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035040" y="178308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434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around 70 cm, roughly 20% relative. Comparable to FastDepth-class results on a fraction of the data. Training loss fell to 0.071 while validation flattened near 0.185 from epoch 12 — mild overfitting, expected with 1,159 training images against 11M parameters.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 should measure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was designed for classifiers. Adapting it to dense prediction changed the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2C3568"/>
          </a:solidFill>
          <a:ln w="12700">
            <a:solidFill>
              <a:srgbClr val="3D48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of per-channel extremes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6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layer AUROC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0.5 — separated, but inverted. KITTI responds more weakly, not more strongly. Road and sky are textureless; indoor clutter is not.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of per-channel extremes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layer AUROC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familiar input the filters respond in a coordinated way. On alien input that coordination breaks down. The signal is consistency, not strength.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95th percentile is taken per channel rather than a fixed top-k: layer 1 has 4,256 spatial positions and layer 4 has 70, so a percentile means the same thing at every depth.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results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NYU validation images against 800 KITTI frames.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AUROC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4290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0.103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at 95% recall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beats layer 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367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features separate better than the deepest stage.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adds signal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5367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standardised layers beats every layer alone.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statistics only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367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σ come from NYU; using KITTI would be circular.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 without retraining or OOD access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consistency carries the signal, not magnitude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ablation obtained from a single inference pass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uses in-distribution statistics only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373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OOD source only — indoor/outdoor is a wide gap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Near-distribution shift (unseen rooms) untested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overfitting on 1,159 training images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statistics may partly explain the separation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2062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5262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OOD sources — different indoor datasets, synthetic corruptions, degraded capture — would separate genuine distribution shift from low-level texture difference. A second backbone would test whether the layer-3 advantage is architectural or specific to ResNet18.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2026-09-05T20:13:11Z</dcterms:created>
  <dcterms:modified xsi:type="dcterms:W3CDTF">2026-09-05T20:13:11Z</dcterms:modified>
</cp:coreProperties>
</file>